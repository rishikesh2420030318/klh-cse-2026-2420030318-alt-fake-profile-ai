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" userId="b6fb35fbc033da94" providerId="LiveId" clId="{34ED7555-B0F6-436B-A0D9-87E1B62A32CD}"/>
    <pc:docChg chg="undo custSel modSld">
      <pc:chgData name="akshitha reddy" userId="b6fb35fbc033da94" providerId="LiveId" clId="{34ED7555-B0F6-436B-A0D9-87E1B62A32CD}" dt="2026-08-19T03:30:39.487" v="204" actId="20577"/>
      <pc:docMkLst>
        <pc:docMk/>
      </pc:docMkLst>
      <pc:sldChg chg="modSp mod">
        <pc:chgData name="akshitha reddy" userId="b6fb35fbc033da94" providerId="LiveId" clId="{34ED7555-B0F6-436B-A0D9-87E1B62A32CD}" dt="2026-08-12T03:52:15.568" v="101" actId="20577"/>
        <pc:sldMkLst>
          <pc:docMk/>
          <pc:sldMk cId="0" sldId="256"/>
        </pc:sldMkLst>
        <pc:spChg chg="mod">
          <ac:chgData name="akshitha reddy" userId="b6fb35fbc033da94" providerId="LiveId" clId="{34ED7555-B0F6-436B-A0D9-87E1B62A32CD}" dt="2026-08-12T03:52:15.568" v="101" actId="2057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akshitha reddy" userId="b6fb35fbc033da94" providerId="LiveId" clId="{34ED7555-B0F6-436B-A0D9-87E1B62A32CD}" dt="2026-08-12T02:40:42.876" v="0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kshitha reddy" userId="b6fb35fbc033da94" providerId="LiveId" clId="{34ED7555-B0F6-436B-A0D9-87E1B62A32CD}" dt="2026-08-19T03:30:39.487" v="204" actId="20577"/>
        <pc:sldMkLst>
          <pc:docMk/>
          <pc:sldMk cId="0" sldId="258"/>
        </pc:sldMkLst>
        <pc:spChg chg="mod">
          <ac:chgData name="akshitha reddy" userId="b6fb35fbc033da94" providerId="LiveId" clId="{34ED7555-B0F6-436B-A0D9-87E1B62A32CD}" dt="2026-08-19T03:18:19.207" v="125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8:32.491" v="130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30:39.487" v="204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2:55:36.268" v="117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9:23.789" v="163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9:46" v="176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20:22.626" v="201" actId="103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20:36.004" v="203" actId="20577"/>
          <ac:spMkLst>
            <pc:docMk/>
            <pc:sldMk cId="0" sldId="258"/>
            <ac:spMk id="41" creationId="{00000000-0000-0000-0000-000000000000}"/>
          </ac:spMkLst>
        </pc:spChg>
      </pc:sldChg>
      <pc:sldChg chg="addSp delSp modSp mod">
        <pc:chgData name="akshitha reddy" userId="b6fb35fbc033da94" providerId="LiveId" clId="{34ED7555-B0F6-436B-A0D9-87E1B62A32CD}" dt="2026-08-12T03:10:23.973" v="43" actId="20577"/>
        <pc:sldMkLst>
          <pc:docMk/>
          <pc:sldMk cId="0" sldId="259"/>
        </pc:sldMkLst>
        <pc:spChg chg="mod">
          <ac:chgData name="akshitha reddy" userId="b6fb35fbc033da94" providerId="LiveId" clId="{34ED7555-B0F6-436B-A0D9-87E1B62A32CD}" dt="2026-08-12T03:08:51.275" v="7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09:45.993" v="13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09:59.041" v="25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10:07.806" v="36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kshitha reddy" userId="b6fb35fbc033da94" providerId="LiveId" clId="{34ED7555-B0F6-436B-A0D9-87E1B62A32CD}" dt="2026-08-12T03:10:23.973" v="43" actId="20577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8-12T04:03:51.207" v="107" actId="1036"/>
        <pc:sldMkLst>
          <pc:docMk/>
          <pc:sldMk cId="0" sldId="266"/>
        </pc:sldMkLst>
        <pc:spChg chg="mod">
          <ac:chgData name="akshitha reddy" userId="b6fb35fbc033da94" providerId="LiveId" clId="{34ED7555-B0F6-436B-A0D9-87E1B62A32CD}" dt="2026-08-12T04:03:51.207" v="107" actId="1036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akshitha reddy" userId="b6fb35fbc033da94" providerId="LiveId" clId="{34ED7555-B0F6-436B-A0D9-87E1B62A32CD}" dt="2026-08-12T04:02:49.934" v="102" actId="1036"/>
        <pc:sldMkLst>
          <pc:docMk/>
          <pc:sldMk cId="263143794" sldId="268"/>
        </pc:sldMkLst>
        <pc:picChg chg="mod">
          <ac:chgData name="akshitha reddy" userId="b6fb35fbc033da94" providerId="LiveId" clId="{34ED7555-B0F6-436B-A0D9-87E1B62A32CD}" dt="2026-08-12T04:02:49.934" v="102" actId="1036"/>
          <ac:picMkLst>
            <pc:docMk/>
            <pc:sldMk cId="263143794" sldId="268"/>
            <ac:picMk id="3" creationId="{AE91F7EB-959C-8B41-E1AF-ADD56C0B3F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39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457199"/>
            <a:ext cx="1722305" cy="12801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/>
              <a:t>APPLIED MACHINE LEARNING FOR TEXT ANALYSIS,S-7,GROUP-21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450592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Fake Profile Detection in Social Networks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404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AI Framework for Detecting Fake, Bot and Impersonation Profiles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44952" y="4617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44952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· BERT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28032" y="4617720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28032" y="4617720"/>
            <a:ext cx="2953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18704" y="4617720"/>
            <a:ext cx="21214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18704" y="461772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7315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5321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32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Sree Aditya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32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2420090056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632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2278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Rishikesh Reddy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278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2420030318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424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Srivatsava Reddy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424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2420030320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growth of social platforms has produced a rising number of fake, bot-operated and impersonation accounts.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misinformation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044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70332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and fraudulent activity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Manipulate likes &amp; followers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52044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70332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real users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 privacy and trust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52044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70332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Evade rule-based detection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720840" y="201168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494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RULE-BASED DETECTION → LIMITED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468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Fixed rules and manual thresholds
· Limited profile attributes
· Single-source information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720840" y="370332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MULTI-FEATURE DETECTION → ADAPTIVE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42976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Behaviour + Text + Network signals classified as </a:t>
            </a: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/ Fake / Bot</a:t>
            </a: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confidence score and an explanation for every prediction.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GOALS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Detection Framework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detect fake and bot profiles.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805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64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Feature Extraction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2628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 behaviour, text and network relations.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1540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Predictions- Model Comparison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SVM, Random Forest, CNN/LSTM, BERT,GNN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2588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152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Display Confidence / Risk Score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152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attached to every profile prediction.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5196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48056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4805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2064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Implement Explainable AI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2628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 and feature importance for reasoning.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046720" y="3940629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91540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32104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Display Data in one Practical Dashboard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32104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analysis, risk level and explanations.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EXISTING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1124712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/ Approach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Method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0916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12280" y="1874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98280" y="1874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223113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detection(2018)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Forest, SVM,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attributes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22311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on structured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098280" y="22311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dependence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3405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2734056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27614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social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detection(2022)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0604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/ LSTM / DNN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and textual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12280" y="27614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feature design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98280" y="2761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compute cost,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interpretability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2644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3291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detection(2023)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0604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TF-IDF, 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BERT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and post content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2280" y="3291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linguistic cues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profile text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098280" y="3291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view ignores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relationships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" y="3794760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221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bot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Detection(2019)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60604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learning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0916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Follower–following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12280" y="3822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relational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accounts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098280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graph data;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expensive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3251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57200" y="435254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for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Classification(2021)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0604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LIME, Feature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0916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inputs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12280" y="43525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was made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098280" y="43525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added on, not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end-to-end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85546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57200" y="52212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5720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(network)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5720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57200" y="604418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 – Inverse Document Frequency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08076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 Representations from Transformers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08076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Additive exPlanations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08076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Interpretable Model-agnostic Explanations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9960" y="34747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GAP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Detection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34640" y="196596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adapt easily to evolving fake behaviour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5117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55117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Profile-Based ML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834640" y="25511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view of user activity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36392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313639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Behaviour-Based Detection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34640" y="313639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ignore textual and network information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21608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372160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Text-Based Detection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834640" y="372160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capture social relationships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306824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43068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Detection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834640" y="430682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requires complex network 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89204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834640" y="489204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difficult to interpret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47725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0080" y="54772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834640" y="547725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not integrated into the full detection pipeline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1965960"/>
            <a:ext cx="4983480" cy="4023360"/>
          </a:xfrm>
          <a:prstGeom prst="roundRect">
            <a:avLst>
              <a:gd name="adj" fmla="val 18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951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RESEARCH GAP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95160" y="2606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existing approaches focus on one or a limited set of information sources, while a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framework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profile metadata, behavioural patterns, NLP-based text features, network structure and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provide a more comprehensive detection approach.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OUR IDEA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INPUTS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2898648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898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Data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465576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34655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Textual Data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4032504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0325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Graph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510235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5102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404872" y="5102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404872" y="51023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78224" y="5102352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078224" y="51023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5522976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5522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307592" y="5522976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307592" y="55229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066544" y="5522976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066544" y="55229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93776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37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2239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2239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· normalisation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9244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822960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822960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71423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1423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text · graph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80060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93776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93776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2239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Models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2239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· DL · BERT · GNN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9244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822960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822960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71423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Profile Classifier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71423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/ Fake / Bot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80060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493776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93776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42239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&amp; Risk Score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42239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 risk band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09244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822960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82296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71423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71423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· LIME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800600" y="432511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937760" y="4462272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9377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5422392" y="4398264"/>
            <a:ext cx="5623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Moderator Alert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422392" y="4690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explanation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WHAT'S NEW IN APPROACH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323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Behaviour + Text + Network instead of a single feature category.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0799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0799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0799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Approach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0799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classical ML against deep learning to find the most suitable model.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0275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0275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275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0275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influential factors behind each classification, not just a label.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13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5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Detection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3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 risk level and confidence score with an explanation.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28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428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0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Moderator-Oriented Output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28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model results into insights that support moderation decisions.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DESIGN THINKING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PROFILE RISK CARD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94560" y="2560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@example_user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971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94560" y="2971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94560" y="3383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Model-derived score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Features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9456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contributing signals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9456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Flag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" y="475488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8580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/ planned — not yet implemented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EXPLAINABLE AI VIEW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0" y="2468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profile flagged?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0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/ Following Ratio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0" y="3355848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572000" y="3355848"/>
            <a:ext cx="2460650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0" y="36301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0" y="3922776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0" y="3922776"/>
            <a:ext cx="1735074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0" y="41970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Frequency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0" y="4489704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0" y="4489704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0" y="47640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Pattern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0" y="5056632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572000" y="5056632"/>
            <a:ext cx="1009498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72000" y="5376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 only — bar lengths are not results.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229600" y="1965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4582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SUSPICION INDICATORS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458200" y="25420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Unusual activity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458200" y="29077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Suspicious connections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8458200" y="3273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Repetitive content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45820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Abnormal engagement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458200" y="4005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Incomplete profile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8229600" y="4846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8458200" y="50109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INTERACTIVE DASHBOARD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8458200" y="5303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Moderators inspect individual profiles and see the reasoning behind each prediction.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CONTRIBUTION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Proposed Work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Features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7744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97480" y="2011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9748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Features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BERT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263347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83464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83464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GNN Features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55264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325526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8770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4169664"/>
            <a:ext cx="5532120" cy="2249424"/>
          </a:xfrm>
          <a:prstGeom prst="roundRect">
            <a:avLst>
              <a:gd name="adj" fmla="val 325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5800" y="43525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DETECTION &amp; EXPLANATION FRAMEWORK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4672584"/>
            <a:ext cx="512064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explainable multi-modal fake-profile detection framework that combines heterogeneous social-network signals and converts AI predictions into human-readable risk insights.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217920" y="201168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400800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58000" y="21214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representation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245059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individual profile, behavioural, textual and network-level information.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329184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58000" y="34015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+ Explanation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373075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aims to provide both classification and reasoning together.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17920" y="457200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4681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858000" y="46817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Risk-oriented output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0" y="501091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predictions into confidence and risk information useful for moderation.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17920" y="587044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GNN, SHAP and Random Forest are established techniques — the novelty lies in their integration into a single application framework.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CAN WE BUILD 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Python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Scikit-learn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TensorFlow / PyTorch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Transformers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NetworkX / PyG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SHAP · LIME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FastAPI · Streamlit / React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02152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2624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candidates on Kaggle: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02152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Instagram Fake / Spammer / Genuine Accounts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Fake Social Media Account Detection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Twitter Genuine / Fake User Profiles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02152" y="4709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sizes to be confirmed after collection.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9904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18504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18504" y="26517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Open-source ML libraries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Public datasets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Existing student computing resources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No proprietary software needed for the prototype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06256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134856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34856" y="244144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→ Preprocessing → Features → Models → Evaluation → Explainability → Dashboard → Testing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06256" y="3593592"/>
            <a:ext cx="2697480" cy="2304288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134856" y="3758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34856" y="4123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277856" y="41239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34856" y="4507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77856" y="4507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34856" y="4892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277856" y="4892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34856" y="52760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77856" y="5276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Moderate–High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— 9 Phases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1262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0624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5772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0921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6069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218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6366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1515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6663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6960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2109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7257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2406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07554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2703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851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2359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Literature Survey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06240" y="24414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" y="27249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Collection &amp; Preprocessing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57725" y="280720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60695" y="31729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ML: RF · SVM · Logistic Regression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63665" y="35387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85800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/ NLP / Graph: CNN-LSTM · BERT · GNN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6635" y="390448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8580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Accuracy · Precision · Recall · F1 · ROC-AUC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269605" y="42702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85800" y="4553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AI: SHAP · LIME · Feature Importance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721090" y="463600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85800" y="4919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Development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172575" y="50017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85800" y="5285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Documentation &amp; Final Presentation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075545" y="53675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85800" y="56784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numbers indicate the planned schedule for the review period.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1F7EB-959C-8B41-E1AF-ADD56C0B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" y="12032"/>
            <a:ext cx="1217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EXPECTED OUTCOME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&amp; 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2831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52831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2930652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090672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7200" y="309067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3493008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653028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36530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055364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21538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421538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77774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518007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34009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53400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Insight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fake-profile classification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5256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923544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Multi-feature analysis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/ risk scoring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05256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923544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1792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40080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of AI models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05256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923544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visualization dashboard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17920" y="438912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46520" y="448056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proposed system aims to make fake-profile detection more adaptive, comprehensive and interpretable by combining multiple social-network signals with Explainable AI.”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217920" y="5852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6217920" y="6291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57200" y="6455664"/>
            <a:ext cx="11292840" cy="2606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1290</Words>
  <Application>Microsoft Office PowerPoint</Application>
  <PresentationFormat>Widescreen</PresentationFormat>
  <Paragraphs>334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akshitha reddy</cp:lastModifiedBy>
  <cp:revision>2</cp:revision>
  <dcterms:created xsi:type="dcterms:W3CDTF">2026-08-11T13:21:10Z</dcterms:created>
  <dcterms:modified xsi:type="dcterms:W3CDTF">2026-08-19T03:30:49Z</dcterms:modified>
</cp:coreProperties>
</file>